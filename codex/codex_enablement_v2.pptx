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Engineering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60320"/>
            <a:ext cx="27432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CCCCDD"/>
                </a:solidFill>
                <a:latin typeface="Calibri"/>
              </a:defRPr>
            </a:pPr>
            <a:r>
              <a:t>How Codex Makes Your Codebase — and Your Engineering —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9999BB"/>
                </a:solidFill>
                <a:latin typeface="Calibri"/>
              </a:defRPr>
            </a:pPr>
            <a:r>
              <a:t>Enterprise Enablement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A37F"/>
                </a:solidFill>
                <a:latin typeface="Calibri"/>
              </a:defRPr>
            </a:pPr>
            <a:r>
              <a:t>Prepared for: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Director of Engineering  |  VP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94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77799"/>
                </a:solidFill>
                <a:latin typeface="Calibri"/>
              </a:defRPr>
            </a:pPr>
            <a:r>
              <a:t>March 2026  |  OpenAI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What We Heard + The Insight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A6B9F"/>
                </a:solidFill>
                <a:latin typeface="Calibri"/>
              </a:defRPr>
            </a:pPr>
            <a:r>
              <a:t>What We Heard in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15-year-old checkout code nobody understands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Test coverage gaps — teams afraid to refactor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Prior AI tool rollout ended in a security incident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No visibility into what developers were generating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371600"/>
            <a:ext cx="27432" cy="41148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76F51"/>
                </a:solidFill>
                <a:latin typeface="Calibri"/>
              </a:defRPr>
            </a:pPr>
            <a:r>
              <a:t>The Insight: One Root 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codebase → devs can't understand it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quality → teams can't prioritize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usage → leadership can't govern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impact → business can't justify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69280"/>
            <a:ext cx="11247120" cy="8229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All four problems share one root cause: invisibility. Codex doesn't just write code — it generates the data that makes engineering 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How Codex Works — and Why It's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029200" cy="36576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6B9F"/>
                </a:solidFill>
                <a:latin typeface="Calibri"/>
              </a:defRPr>
            </a:pPr>
            <a:r>
              <a:t>DEVELOPER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D2D2D"/>
                </a:solidFill>
                <a:latin typeface="Calibri"/>
              </a:defRPr>
            </a:pPr>
            <a:r>
              <a:t>Code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Source files, dependencies, tests, AGENTS.md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Codex CLI (Open-Source Rust)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747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Read → Plan → Edit → Run → Verify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4480560" cy="8229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6F51"/>
                </a:solidFill>
                <a:latin typeface="Calibri"/>
              </a:defRPr>
            </a:pPr>
            <a:r>
              <a:t>Kernel-Level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80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Seatbelt (macOS) / Landlock + seccomp (Linux)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5603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10A37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Relevant</a:t>
            </a:r>
            <a:br/>
            <a:r>
              <a:t>context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463040"/>
            <a:ext cx="5029200" cy="3657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0A37F"/>
                </a:solidFill>
                <a:latin typeface="Calibri"/>
              </a:defRPr>
            </a:pPr>
            <a:r>
              <a:t>OPENAI CLOUD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GPT-5.4 (1M context)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Reasoning + code generation. No training on your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3108960"/>
            <a:ext cx="4480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Enterprise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2044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SAML SSO + SCIM provisioning</a:t>
            </a:r>
            <a:br/>
            <a:r>
              <a:t>•  RBAC + Compliance API + audit trails</a:t>
            </a:r>
            <a:br/>
            <a:r>
              <a:t>•  Usage analytics dashboard</a:t>
            </a:r>
            <a:br/>
            <a:r>
              <a:t>•  requirements.toml — cloud-managed policies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Codex is governed AND visible. Open-source CLI, auditable, Compliance API. Part of OpenAI's enterprise suite alongside ChatGPT Enterprise + API + Frontier.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26480"/>
            <a:ext cx="11247120" cy="50292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VP Assurance: Source code stays on the developer machine. Only relevant context reaches the API. Kernel-level sandbox blocks unauthorized access.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The Harness — Governance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0A37F"/>
                </a:solidFill>
                <a:latin typeface="Consolas"/>
              </a:defRPr>
            </a:pPr>
            <a:r>
              <a:t>AGENTS.md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Per-repo config, version-controlled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0A37F"/>
                </a:solidFill>
                <a:latin typeface="Calibri"/>
              </a:defRPr>
            </a:pPr>
            <a:r>
              <a:t>Team-owned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3317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what Codex can/cannot do per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Cascading: org → repo → folder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Version-controlled alongside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Engineering teams own their policies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"Do not modify files in /payments"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"Always run tests before committing"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C5CE7"/>
                </a:solidFill>
                <a:latin typeface="Consolas"/>
              </a:defRPr>
            </a:pPr>
            <a:r>
              <a:t>requirements.toml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Cloud-managed guardrails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C5CE7"/>
                </a:solidFill>
                <a:latin typeface="Calibri"/>
              </a:defRPr>
            </a:pPr>
            <a:r>
              <a:t>IT-owned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23317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Set by IT/Security, enforced centrally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Overrides local AGENTS.md when stricter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allowed/blocked operations globally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Audit-friendly: policy =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43484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"Block all direct database writes"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"Require review for security paths"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A6B9F"/>
                </a:solidFill>
                <a:latin typeface="Consolas"/>
              </a:defRPr>
            </a:pPr>
            <a:r>
              <a:t>Approval Modes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Graduated trust for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A6B9F"/>
                </a:solidFill>
                <a:latin typeface="Calibri"/>
              </a:defRPr>
            </a:pPr>
            <a:r>
              <a:t>Phased rollout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3317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on-request — asks before every 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untrusted — auto-approves safe 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team-by-team — earned autonomy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827532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Phase mapping: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Pilot: on-request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Expand: untrusted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Scale: team-by-team decision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5171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8275320" y="47731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Trust is earned, not assumed.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OpenAI built 1 million lines of production code using this exact harness in 5 months. The open-source CLI is auditable.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Enablement — Three Workflows, Phased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38404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0A37F"/>
                </a:solidFill>
                <a:latin typeface="Calibri"/>
              </a:defRPr>
            </a:pPr>
            <a:r>
              <a:t>1. Code Understanding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10A37F"/>
                </a:solidFill>
                <a:latin typeface="Calibri"/>
              </a:defRPr>
            </a:pPr>
            <a:r>
              <a:t>HIGHLIGHTED — Start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"Explain this function and its deps"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"What would break if I changed this?"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Impact analysis + dependency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first: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Read-only = zero generation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pain #1 (legacy code)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Fastest "aha moment"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Gateway to other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2. Test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Measurable coverage lift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1031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"Generate unit tests for this function"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"Add edge cases for the payment flow"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Coverage reports before/after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43484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second: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Measurable output (coverage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Builds on code understanding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test gap pain point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Generated tests require review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6C5CE7"/>
                </a:solidFill>
                <a:latin typeface="Calibri"/>
              </a:defRPr>
            </a:pPr>
            <a:r>
              <a:t>3. Docs &amp; Refactoring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Velocity improvement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1031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"Document this module's public API"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"Refactor to extract shared logic"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Inline documentation generation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827532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third: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Highest autonomy, highest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Devs have trust by this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Direct velocity impact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Requires mature harness config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349240"/>
            <a:ext cx="11247120" cy="2743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WEEKS 1–2: Pilot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20–30 devs  |  Code Understanding  |  on-request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A6B9F"/>
                </a:solidFill>
                <a:latin typeface="Calibri"/>
              </a:defRPr>
            </a:pPr>
            <a:r>
              <a:t>WEEKS 3–6: Expand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3 teams  |  + Test Generation  |  untrusted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WEEKS 7–12: Scale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All engineering  |  + Docs &amp; Refactoring  |  team-by-team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6035040"/>
            <a:ext cx="6858000" cy="54864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606247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Codex has real limitations. We show you how to work WITH them, not around them.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98079" y="6035040"/>
            <a:ext cx="4206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35240" y="606247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0392B"/>
                </a:solidFill>
                <a:latin typeface="Calibri"/>
              </a:defRPr>
            </a:pPr>
            <a:r>
              <a:t>All generated code = standard code review. No exceptions.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The Visibility Layer — Every Interaction Generates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8580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888888"/>
                </a:solidFill>
                <a:latin typeface="Calibri"/>
              </a:defRPr>
            </a:pPr>
            <a:r>
              <a:t>VISIBILITY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Teams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640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Test 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Docs/Refactor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3A6B9F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C5CE7"/>
                </a:solidFill>
                <a:latin typeface="Calibri"/>
              </a:defRPr>
            </a:pPr>
            <a:r>
              <a:t>Checkout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76F51"/>
                </a:solidFill>
                <a:latin typeface="Calibri"/>
              </a:defRPr>
            </a:pPr>
            <a:r>
              <a:t>Inventory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0A37F"/>
                </a:solidFill>
                <a:latin typeface="Calibri"/>
              </a:defRPr>
            </a:pPr>
            <a:r>
              <a:t>Payments</a:t>
            </a:r>
          </a:p>
        </p:txBody>
      </p:sp>
      <p:sp>
        <p:nvSpPr>
          <p:cNvPr id="17" name="Oval 16"/>
          <p:cNvSpPr/>
          <p:nvPr/>
        </p:nvSpPr>
        <p:spPr>
          <a:xfrm>
            <a:off x="2148840" y="2057400"/>
            <a:ext cx="777240" cy="7772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83280" y="2194560"/>
            <a:ext cx="594360" cy="59436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233172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2148840"/>
            <a:ext cx="685800" cy="6858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86000" y="3017520"/>
            <a:ext cx="502920" cy="50292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29000" y="297180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0" y="30632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31720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0440" y="4023360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09160" y="4069080"/>
            <a:ext cx="228600" cy="2286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97880" y="3931920"/>
            <a:ext cx="411480" cy="4114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526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88888"/>
                </a:solidFill>
                <a:latin typeface="Calibri"/>
              </a:defRPr>
            </a:pPr>
            <a:r>
              <a:t>Bubble size = query volume     Color = risk level (green = safe, orange = review needed, red = flagged)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800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Team × Workflow × Risk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1371600"/>
            <a:ext cx="4114800" cy="18288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14173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6F51"/>
                </a:solidFill>
                <a:latin typeface="Calibri"/>
              </a:defRPr>
            </a:pPr>
            <a:r>
              <a:t>VP 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1737360"/>
            <a:ext cx="1371600" cy="27432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182880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Usage patterns across teams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Risk indicators by workflow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Compliance trails, audit-ready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Export for security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3383280"/>
            <a:ext cx="4114800" cy="18288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79" y="3429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Director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679" y="3749039"/>
            <a:ext cx="13716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384048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Adoption rates by team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Bottlenecks and friction points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Impact metrics (coverage, velocity)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Team performance trends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Same data, different views. Shared language for what's happening and whether it's working.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080760"/>
            <a:ext cx="1124712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1">
                <a:solidFill>
                  <a:srgbClr val="10A37F"/>
                </a:solidFill>
                <a:latin typeface="Calibri"/>
              </a:defRPr>
            </a:pPr>
            <a:r>
              <a:t>We built this dashboard in 48 hours using Codex.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508760"/>
            <a:ext cx="22860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548640" cy="5486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Select Pilot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4688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Platform engineering — most legacy burden, most to gain. Their success becomes the proof point for expansion. 20–30 developers. Code Understanding only.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3474720"/>
            <a:ext cx="548640" cy="548640"/>
          </a:xfrm>
          <a:prstGeom prst="ellipse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74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IT/Security Workshop — Day 1, Not Day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9319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Joint session with your security team and OpenAI to configure requirements.toml, SSO integration, data classification, and audit policies. Security is a partner, not a gate.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4937760"/>
            <a:ext cx="548640" cy="5486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983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937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Define Pass/Fail Metrics Before the Pilot Starts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949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Agree on measurable success criteria in writing before anyone touches the tool. If we hit the metric, evidence drives expansion. If we don't, you have a fair, data-driven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5760720"/>
            <a:ext cx="91440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5897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1">
                <a:solidFill>
                  <a:srgbClr val="10A37F"/>
                </a:solidFill>
                <a:latin typeface="Calibri"/>
              </a:defRPr>
            </a:pPr>
            <a:r>
              <a:t>"Visibility is the common ground. Start visible, stay visible, scale on evidence."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